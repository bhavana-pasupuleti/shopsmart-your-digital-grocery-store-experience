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DASARI DEVIKA" userId="cf1290c167201d5b" providerId="LiveId" clId="{FA9E25D1-79D7-4513-819C-0824603E8867}"/>
    <pc:docChg chg="custSel modSld sldOrd">
      <pc:chgData name="NAGADASARI DEVIKA" userId="cf1290c167201d5b" providerId="LiveId" clId="{FA9E25D1-79D7-4513-819C-0824603E8867}" dt="2026-02-18T15:22:14.314" v="37" actId="1076"/>
      <pc:docMkLst>
        <pc:docMk/>
      </pc:docMkLst>
      <pc:sldChg chg="addSp delSp modSp mod ord">
        <pc:chgData name="NAGADASARI DEVIKA" userId="cf1290c167201d5b" providerId="LiveId" clId="{FA9E25D1-79D7-4513-819C-0824603E8867}" dt="2026-02-18T15:12:43.628" v="16"/>
        <pc:sldMkLst>
          <pc:docMk/>
          <pc:sldMk cId="0" sldId="261"/>
        </pc:sldMkLst>
        <pc:spChg chg="del">
          <ac:chgData name="NAGADASARI DEVIKA" userId="cf1290c167201d5b" providerId="LiveId" clId="{FA9E25D1-79D7-4513-819C-0824603E8867}" dt="2026-02-18T15:11:20.560" v="8" actId="21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NAGADASARI DEVIKA" userId="cf1290c167201d5b" providerId="LiveId" clId="{FA9E25D1-79D7-4513-819C-0824603E8867}" dt="2026-02-18T15:11:37.869" v="10" actId="1076"/>
          <ac:picMkLst>
            <pc:docMk/>
            <pc:sldMk cId="0" sldId="261"/>
            <ac:picMk id="4" creationId="{97D2CEFB-DE9C-030E-D4D8-B60F9587F964}"/>
          </ac:picMkLst>
        </pc:picChg>
      </pc:sldChg>
      <pc:sldChg chg="addSp delSp modSp mod">
        <pc:chgData name="NAGADASARI DEVIKA" userId="cf1290c167201d5b" providerId="LiveId" clId="{FA9E25D1-79D7-4513-819C-0824603E8867}" dt="2026-02-18T15:19:14.390" v="30" actId="1076"/>
        <pc:sldMkLst>
          <pc:docMk/>
          <pc:sldMk cId="0" sldId="262"/>
        </pc:sldMkLst>
        <pc:spChg chg="mod">
          <ac:chgData name="NAGADASARI DEVIKA" userId="cf1290c167201d5b" providerId="LiveId" clId="{FA9E25D1-79D7-4513-819C-0824603E8867}" dt="2026-02-18T15:12:49.030" v="17" actId="1076"/>
          <ac:spMkLst>
            <pc:docMk/>
            <pc:sldMk cId="0" sldId="262"/>
            <ac:spMk id="2" creationId="{00000000-0000-0000-0000-000000000000}"/>
          </ac:spMkLst>
        </pc:spChg>
        <pc:spChg chg="del">
          <ac:chgData name="NAGADASARI DEVIKA" userId="cf1290c167201d5b" providerId="LiveId" clId="{FA9E25D1-79D7-4513-819C-0824603E8867}" dt="2026-02-18T15:17:45.364" v="18" actId="478"/>
          <ac:spMkLst>
            <pc:docMk/>
            <pc:sldMk cId="0" sldId="262"/>
            <ac:spMk id="3" creationId="{00000000-0000-0000-0000-000000000000}"/>
          </ac:spMkLst>
        </pc:spChg>
        <pc:picChg chg="add del mod">
          <ac:chgData name="NAGADASARI DEVIKA" userId="cf1290c167201d5b" providerId="LiveId" clId="{FA9E25D1-79D7-4513-819C-0824603E8867}" dt="2026-02-18T15:19:08.826" v="28" actId="478"/>
          <ac:picMkLst>
            <pc:docMk/>
            <pc:sldMk cId="0" sldId="262"/>
            <ac:picMk id="4" creationId="{0F6B883F-C418-F0A5-3A06-E8542594D7B8}"/>
          </ac:picMkLst>
        </pc:picChg>
        <pc:picChg chg="add mod">
          <ac:chgData name="NAGADASARI DEVIKA" userId="cf1290c167201d5b" providerId="LiveId" clId="{FA9E25D1-79D7-4513-819C-0824603E8867}" dt="2026-02-18T15:19:14.390" v="30" actId="1076"/>
          <ac:picMkLst>
            <pc:docMk/>
            <pc:sldMk cId="0" sldId="262"/>
            <ac:picMk id="5" creationId="{4894C006-D3DE-B912-55DA-D64A427B33B0}"/>
          </ac:picMkLst>
        </pc:picChg>
      </pc:sldChg>
      <pc:sldChg chg="addSp delSp modSp mod">
        <pc:chgData name="NAGADASARI DEVIKA" userId="cf1290c167201d5b" providerId="LiveId" clId="{FA9E25D1-79D7-4513-819C-0824603E8867}" dt="2026-02-18T15:22:14.314" v="37" actId="1076"/>
        <pc:sldMkLst>
          <pc:docMk/>
          <pc:sldMk cId="0" sldId="263"/>
        </pc:sldMkLst>
        <pc:spChg chg="del mod">
          <ac:chgData name="NAGADASARI DEVIKA" userId="cf1290c167201d5b" providerId="LiveId" clId="{FA9E25D1-79D7-4513-819C-0824603E8867}" dt="2026-02-18T15:21:58.056" v="32" actId="478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NAGADASARI DEVIKA" userId="cf1290c167201d5b" providerId="LiveId" clId="{FA9E25D1-79D7-4513-819C-0824603E8867}" dt="2026-02-18T15:22:14.314" v="37" actId="1076"/>
          <ac:picMkLst>
            <pc:docMk/>
            <pc:sldMk cId="0" sldId="263"/>
            <ac:picMk id="4" creationId="{FBDB9319-6E1E-E8A8-BEAB-FFE393E543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04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0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3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2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9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6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5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5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19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0351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23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4095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57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1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9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SHOPSMART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t>Your Digital Grocery Store Experience</a:t>
            </a:r>
          </a:p>
          <a:p>
            <a:endParaRPr/>
          </a:p>
          <a:p>
            <a:r>
              <a:t>Team ID : LTVIP2026TMIDS47782</a:t>
            </a:r>
          </a:p>
          <a:p>
            <a:r>
              <a:t>Team Size :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Leader: P Lakshmi Bhavana</a:t>
            </a:r>
          </a:p>
          <a:p>
            <a:r>
              <a:t>Team Member: Patnam Yamini</a:t>
            </a:r>
          </a:p>
          <a:p>
            <a:r>
              <a:t>Team Member: B Sravani</a:t>
            </a:r>
          </a:p>
          <a:p>
            <a:r>
              <a:t>Team Member: Medisetty Shobha</a:t>
            </a:r>
          </a:p>
          <a:p>
            <a:r>
              <a:t>Team Member: Ankireddy Nandini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ShopSmart is a digital grocery shopping platform</a:t>
            </a:r>
          </a:p>
          <a:p>
            <a:r>
              <a:t>Allows users to shop groceries online</a:t>
            </a:r>
          </a:p>
          <a:p>
            <a:r>
              <a:t>Designed for convenience and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grocery shopping is time-consuming</a:t>
            </a:r>
          </a:p>
          <a:p>
            <a:r>
              <a:t>Long queues and limited store hours</a:t>
            </a:r>
          </a:p>
          <a:p>
            <a:r>
              <a:t>Difficulty in comparing prices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grocery store system</a:t>
            </a:r>
          </a:p>
          <a:p>
            <a:r>
              <a:t>Easy browsing and ordering</a:t>
            </a:r>
          </a:p>
          <a:p>
            <a:r>
              <a:t>Secure payment and home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ShopSmart</a:t>
            </a:r>
            <a:r>
              <a:rPr dirty="0"/>
              <a:t> Application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2CEFB-DE9C-030E-D4D8-B60F9587F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74" y="2688140"/>
            <a:ext cx="6056672" cy="3067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083" y="609600"/>
            <a:ext cx="6347714" cy="1320800"/>
          </a:xfrm>
        </p:spPr>
        <p:txBody>
          <a:bodyPr>
            <a:normAutofit/>
          </a:bodyPr>
          <a:lstStyle/>
          <a:p>
            <a:r>
              <a:rPr dirty="0"/>
              <a:t>Online Grocery Shopping Concept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4C006-D3DE-B912-55DA-D64A427B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65" y="2329631"/>
            <a:ext cx="600075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Order &amp; Delivery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B9319-6E1E-E8A8-BEAB-FFE393E5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551039"/>
            <a:ext cx="6583688" cy="44073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 and login</a:t>
            </a:r>
          </a:p>
          <a:p>
            <a:r>
              <a:t>Search and add products to cart</a:t>
            </a:r>
          </a:p>
          <a:p>
            <a:r>
              <a:t>Order tracking and payment options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Python / Java / PHP</a:t>
            </a:r>
          </a:p>
          <a:p>
            <a:r>
              <a:t>Database: MySQL / MongoDB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ShopSmart simplifies grocery shopping</a:t>
            </a:r>
          </a:p>
          <a:p>
            <a:r>
              <a:t>Provides a modern digital solution</a:t>
            </a:r>
          </a:p>
          <a:p>
            <a:r>
              <a:t>Enhances user convenience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155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SHOPSMART</vt:lpstr>
      <vt:lpstr>Team Details</vt:lpstr>
      <vt:lpstr>Introduction</vt:lpstr>
      <vt:lpstr>Problem Statement</vt:lpstr>
      <vt:lpstr>Proposed Solution</vt:lpstr>
      <vt:lpstr>ShopSmart Application Interface</vt:lpstr>
      <vt:lpstr>Online Grocery Shopping Concept</vt:lpstr>
      <vt:lpstr>Order &amp; Delivery System</vt:lpstr>
      <vt:lpstr>Key Features</vt:lpstr>
      <vt:lpstr>Technology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NAGADASARI DEVIKA</dc:creator>
  <cp:keywords/>
  <dc:description>generated using python-pptx</dc:description>
  <cp:lastModifiedBy>NAGADASARI DEVIKA</cp:lastModifiedBy>
  <cp:revision>2</cp:revision>
  <dcterms:created xsi:type="dcterms:W3CDTF">2013-01-27T09:14:16Z</dcterms:created>
  <dcterms:modified xsi:type="dcterms:W3CDTF">2026-02-18T15:22:35Z</dcterms:modified>
  <cp:category/>
</cp:coreProperties>
</file>